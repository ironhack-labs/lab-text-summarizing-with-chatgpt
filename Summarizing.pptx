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2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7BA6-7222-2A00-9B78-1F352E182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0F3C1-000F-E302-073E-700445B11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9D8C-8CE4-96D2-F044-EFB6C1FEC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CDAF1-78C2-B86E-FAA9-57C2F322F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F8BBA-EBAD-6F25-D0BD-9AD0037D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9033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546F-5A6E-8810-6911-8641101E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DD74F-3A31-2E7E-0667-F5E9160CA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667F0-55CB-39D4-54F3-27A35D7A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D71A9-3025-FC7B-13A1-238A0390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1674A-4F54-BAED-0250-6284FDD7F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343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00FBC-66D4-A240-FC87-7100D1D39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5DCE3-6A3C-30E1-76EE-BCCB57448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5667D-1FF0-4584-9E7B-8A545018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27DCA-6D25-5FCA-D8D0-1BE632B7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CB143-9D19-1B57-BEF8-DC0818B3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442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AAF1-1361-298B-D942-F2A594B32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64101-2185-4D4C-86CD-7E34458752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E8F72-36F1-83B2-18C8-ADA98D3B5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F3CFC-C810-8E07-24C0-070A84DD1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8F25C-C317-5182-F5A1-8ECD7431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7C63A-039C-5CC8-64EA-19511A20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030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C188-6E92-3743-8F67-3934795CB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D7870-2C21-857C-BDDD-285A79DAE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9F4A2-5011-048C-1350-F48319D12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8B5F9-45D6-8FC7-3E48-8CD540FF0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305164-D46D-252A-51C5-9C3A00CDC9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13361-B66E-8E5A-0796-AEF2BBB7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6D22B-A64E-E575-7031-F7DDCB6B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4C251-029A-8F97-BBFC-FDA49EB2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480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42776-2AE9-9097-7E89-ECFA95764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A624F-7967-E37F-0309-EA4138C2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3E035-EA3C-4CCC-0F6C-9B3E217A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57120E-BDDA-BC62-06F4-B006118E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973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8C196-B620-99D3-DD33-C3C3460C5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A5E55-8CC0-4A30-C5B1-716E6CB2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9A5CA-175A-3D25-DB5F-9C0280A6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6060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EAD3-BD03-4F4C-519B-1051DE6D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9D57D-D495-CF76-874C-FAFE90E48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71733-28C6-33E8-6A36-DE58BE82E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2A056-77A8-8F72-41BC-74394B0FC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0D0B-F614-AA98-F04E-B74483E2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D7B8E-16E7-EDF3-4DB2-537E7A5D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1319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3B58-D768-DCFC-871F-418737414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703A95-4E9E-67DF-ECD6-F294E4BDF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E9C81-D06D-D92D-0C83-457BDFBFF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63793-1DCF-3034-C213-A6F860FB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1AE2B-E3C3-FF39-FD8E-D566235AF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4EFA9-C3E3-5576-BBB6-1C707DFA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283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8351-2852-3E58-1A98-8A303115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CEF7B-6260-B58C-F8A8-26E0EBDED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9FE33-ADBC-E1D1-3EF3-C3F13D02B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6AEA-584C-57C3-20A7-CE7AE03D9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D6502-C7FC-0A02-654C-1EB7A325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349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557A2-71CC-E7AB-53AA-88B5B464F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039F3-8CCB-81E8-DCC2-A44DF2831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186DE-4E9C-AF30-499C-EC6B2106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FF68-2563-A305-10BF-8C2C77A1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975A0-8231-8EC0-2255-C7D7F8FC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6134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AEA8F-1310-D05A-B0F4-B9766658E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F8BA7-8D91-7A06-C413-27DDA9C9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3D5DE-B09A-01B6-105A-04CB8DF93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C339A-3764-4008-AAC9-709C8C3423B8}" type="datetimeFigureOut">
              <a:rPr lang="en-NL" smtClean="0"/>
              <a:t>11/06/2025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3ED3-7883-1578-9BE7-FC1DA33E0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2337-5503-38EE-E8D4-DF971FCCE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1E112-F6DB-44CC-8515-AF57B9226D5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435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5F102-05E0-8250-BDE5-CBD376F9F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64" y="870884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GPT is quite reliable in summarizing product reviews</a:t>
            </a:r>
            <a:r>
              <a:rPr lang="en-US" b="1" dirty="0"/>
              <a:t>.</a:t>
            </a:r>
          </a:p>
          <a:p>
            <a:r>
              <a:rPr lang="en-US" dirty="0"/>
              <a:t>Provide a prompt whose sentences align with each other</a:t>
            </a:r>
            <a:r>
              <a:rPr lang="en-US" b="1" dirty="0"/>
              <a:t>.</a:t>
            </a:r>
            <a:r>
              <a:rPr lang="en-US" dirty="0"/>
              <a:t> You can get the </a:t>
            </a:r>
            <a:r>
              <a:rPr lang="en-US" dirty="0" err="1"/>
              <a:t>jist</a:t>
            </a:r>
            <a:r>
              <a:rPr lang="en-US" dirty="0"/>
              <a:t> but format is not pretty when I omitted the triple </a:t>
            </a:r>
            <a:r>
              <a:rPr lang="en-US" dirty="0" err="1"/>
              <a:t>backtricks</a:t>
            </a:r>
            <a:r>
              <a:rPr lang="en-US" dirty="0"/>
              <a:t> when I prompted GPT to summarize the review in that delimiter</a:t>
            </a:r>
            <a:r>
              <a:rPr lang="en-US" b="1" dirty="0"/>
              <a:t>.</a:t>
            </a:r>
          </a:p>
          <a:p>
            <a:r>
              <a:rPr lang="en-US" dirty="0"/>
              <a:t>Do not use the term extract</a:t>
            </a:r>
            <a:r>
              <a:rPr lang="en-US" b="1" dirty="0"/>
              <a:t>.</a:t>
            </a:r>
            <a:r>
              <a:rPr lang="en-US" dirty="0"/>
              <a:t> It produces a response that is too robotic</a:t>
            </a:r>
            <a:r>
              <a:rPr lang="en-US" b="1" dirty="0"/>
              <a:t>.</a:t>
            </a:r>
            <a:r>
              <a:rPr lang="en-US" dirty="0"/>
              <a:t> Use the term summarize instead</a:t>
            </a:r>
            <a:r>
              <a:rPr lang="en-US" b="1" dirty="0"/>
              <a:t>.</a:t>
            </a:r>
          </a:p>
          <a:p>
            <a:r>
              <a:rPr lang="en-US" dirty="0" err="1"/>
              <a:t>CoT</a:t>
            </a:r>
            <a:r>
              <a:rPr lang="en-US" dirty="0"/>
              <a:t> is a good technique </a:t>
            </a:r>
            <a:r>
              <a:rPr lang="en-US" dirty="0" err="1"/>
              <a:t>everytime</a:t>
            </a:r>
            <a:r>
              <a:rPr lang="en-US" dirty="0"/>
              <a:t> but it should be with a proper combination of completion parameters</a:t>
            </a:r>
            <a:r>
              <a:rPr lang="en-US" b="1" dirty="0"/>
              <a:t>.</a:t>
            </a:r>
          </a:p>
          <a:p>
            <a:r>
              <a:rPr lang="en-US" dirty="0"/>
              <a:t>temperature is a hyperparameter that controls the randomness of the model's output. A temperature of 0 means the model will always choose the most likely next word, while a temperature of 1 means it will choose words more randomly.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frequency_penalty</a:t>
            </a:r>
            <a:r>
              <a:rPr lang="en-US" dirty="0"/>
              <a:t> and </a:t>
            </a:r>
            <a:r>
              <a:rPr lang="en-US" dirty="0" err="1"/>
              <a:t>presence_penalty</a:t>
            </a:r>
            <a:r>
              <a:rPr lang="en-US" dirty="0"/>
              <a:t> parameters control how much the model penalizes repeated phrases and encourages new topics, respectively</a:t>
            </a:r>
            <a:r>
              <a:rPr lang="en-US" b="1" dirty="0"/>
              <a:t>.</a:t>
            </a:r>
            <a:r>
              <a:rPr lang="en-US" dirty="0"/>
              <a:t> A negative </a:t>
            </a:r>
            <a:r>
              <a:rPr lang="en-US" dirty="0" err="1"/>
              <a:t>frequency_penalty</a:t>
            </a:r>
            <a:r>
              <a:rPr lang="en-US" dirty="0"/>
              <a:t> encourages the model to repeat phrases, while a positive </a:t>
            </a:r>
            <a:r>
              <a:rPr lang="en-US" dirty="0" err="1"/>
              <a:t>presence_penalty</a:t>
            </a:r>
            <a:r>
              <a:rPr lang="en-US" dirty="0"/>
              <a:t> encourages it to introduce new topics</a:t>
            </a:r>
            <a:r>
              <a:rPr lang="en-US" b="1" dirty="0"/>
              <a:t>.</a:t>
            </a:r>
            <a:r>
              <a:rPr lang="en-US" dirty="0"/>
              <a:t> Use frequency/presence penalty only when text is too repetitive or topics are too different</a:t>
            </a:r>
            <a:r>
              <a:rPr lang="en-US" b="1" dirty="0"/>
              <a:t>.</a:t>
            </a:r>
            <a:br>
              <a:rPr lang="en-US" dirty="0"/>
            </a:br>
            <a:r>
              <a:rPr lang="en-US" dirty="0" err="1"/>
              <a:t>top_p</a:t>
            </a:r>
            <a:r>
              <a:rPr lang="en-US" dirty="0"/>
              <a:t> is a hyperparameter that controls the diversity of the model's output. A </a:t>
            </a:r>
            <a:r>
              <a:rPr lang="en-US" dirty="0" err="1"/>
              <a:t>top_p</a:t>
            </a:r>
            <a:r>
              <a:rPr lang="en-US" dirty="0"/>
              <a:t> of 1 means the model will consider all possible next words, while a </a:t>
            </a:r>
            <a:r>
              <a:rPr lang="en-US" dirty="0" err="1"/>
              <a:t>top_p</a:t>
            </a:r>
            <a:r>
              <a:rPr lang="en-US" dirty="0"/>
              <a:t> of 0.9 means it will only consider the top 90% of likely next words.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7890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Happy Manaloto</dc:creator>
  <cp:lastModifiedBy>Happy Manaloto</cp:lastModifiedBy>
  <cp:revision>1</cp:revision>
  <dcterms:created xsi:type="dcterms:W3CDTF">2025-06-11T19:39:22Z</dcterms:created>
  <dcterms:modified xsi:type="dcterms:W3CDTF">2025-06-11T19:40:08Z</dcterms:modified>
</cp:coreProperties>
</file>